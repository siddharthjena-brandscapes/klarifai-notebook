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3"/>
        </a:solidFill>
      </p:bgPr>
    </p:bg>
    <p:spTree>
      <p:nvGrpSpPr>
        <p:cNvPr id="1" name=""/>
        <p:cNvGrpSpPr/>
        <p:nvPr/>
      </p:nvGrpSpPr>
      <p:grpSpPr>
        <a:xfrm>
          <a:off x="0" y="0"/>
          <a:ext cx="0" cy="0"/>
          <a:chOff x="0" y="0"/>
          <a:chExt cx="0" cy="0"/>
        </a:xfrm>
      </p:grpSpPr>
      <p:sp>
        <p:nvSpPr>
          <p:cNvPr id="2" name="Shape 0"/>
          <p:cNvSpPr/>
          <p:nvPr/>
        </p:nvSpPr>
        <p:spPr>
          <a:xfrm>
            <a:off x="640080" y="1028700"/>
            <a:ext cx="7863840" cy="0"/>
          </a:xfrm>
          <a:prstGeom prst="line">
            <a:avLst/>
          </a:prstGeom>
          <a:noFill/>
          <a:ln w="19050">
            <a:solidFill>
              <a:srgbClr val="64B5F6">
                <a:alpha val="60000"/>
              </a:srgbClr>
            </a:solidFill>
            <a:prstDash val="solid"/>
          </a:ln>
        </p:spPr>
      </p:sp>
      <p:pic>
        <p:nvPicPr>
          <p:cNvPr id="3" name="Image 0" descr="./src/assets/Logo1.png">    </p:cNvPr>
          <p:cNvPicPr>
            <a:picLocks noChangeAspect="1"/>
          </p:cNvPicPr>
          <p:nvPr/>
        </p:nvPicPr>
        <p:blipFill>
          <a:blip r:embed="rId1"/>
          <a:srcRect l="0" r="0" t="0" b="0"/>
          <a:stretch/>
        </p:blipFill>
        <p:spPr>
          <a:xfrm>
            <a:off x="91440" y="51435"/>
            <a:ext cx="914400" cy="257175"/>
          </a:xfrm>
          <a:prstGeom prst="rect">
            <a:avLst/>
          </a:prstGeom>
        </p:spPr>
      </p:pic>
      <p:sp>
        <p:nvSpPr>
          <p:cNvPr id="4" name="Shape 1"/>
          <p:cNvSpPr/>
          <p:nvPr/>
        </p:nvSpPr>
        <p:spPr>
          <a:xfrm>
            <a:off x="1371600" y="1800225"/>
            <a:ext cx="6400800" cy="1543050"/>
          </a:xfrm>
          <a:prstGeom prst="rect">
            <a:avLst/>
          </a:prstGeom>
          <a:solidFill>
            <a:srgbClr val="2D5A9E">
              <a:alpha val="20000"/>
            </a:srgbClr>
          </a:solidFill>
          <a:ln w="25400">
            <a:solidFill>
              <a:srgbClr val="4A90E2"/>
            </a:solidFill>
            <a:prstDash val="solid"/>
          </a:ln>
        </p:spPr>
      </p:sp>
      <p:sp>
        <p:nvSpPr>
          <p:cNvPr id="5" name="Text 2"/>
          <p:cNvSpPr/>
          <p:nvPr/>
        </p:nvSpPr>
        <p:spPr>
          <a:xfrm>
            <a:off x="1371600" y="2057400"/>
            <a:ext cx="6400800" cy="1028700"/>
          </a:xfrm>
          <a:prstGeom prst="rect">
            <a:avLst/>
          </a:prstGeom>
          <a:noFill/>
          <a:ln/>
        </p:spPr>
        <p:txBody>
          <a:bodyPr wrap="square" rtlCol="0" anchor="ctr"/>
          <a:lstStyle/>
          <a:p>
            <a:pPr algn="ctr" indent="0" marL="0">
              <a:buNone/>
            </a:pPr>
            <a:r>
              <a:rPr lang="en-US" sz="4000" b="1" dirty="0">
                <a:solidFill>
                  <a:srgbClr val="FFFFFF"/>
                </a:solidFill>
              </a:rPr>
              <a:t>Product Ideas and Versions</a:t>
            </a:r>
            <a:endParaRPr lang="en-US" sz="4000" dirty="0"/>
          </a:p>
        </p:txBody>
      </p:sp>
      <p:sp>
        <p:nvSpPr>
          <p:cNvPr id="6" name="Text 3"/>
          <p:cNvSpPr/>
          <p:nvPr/>
        </p:nvSpPr>
        <p:spPr>
          <a:xfrm>
            <a:off x="1371600" y="2828925"/>
            <a:ext cx="6400800" cy="514350"/>
          </a:xfrm>
          <a:prstGeom prst="rect">
            <a:avLst/>
          </a:prstGeom>
          <a:noFill/>
          <a:ln/>
        </p:spPr>
        <p:txBody>
          <a:bodyPr wrap="square" rtlCol="0" anchor="ctr"/>
          <a:lstStyle/>
          <a:p>
            <a:pPr algn="ctr" indent="0" marL="0">
              <a:buNone/>
            </a:pPr>
            <a:r>
              <a:rPr lang="en-US" sz="1800" dirty="0">
                <a:solidFill>
                  <a:srgbClr val="B0BEC5"/>
                </a:solidFill>
              </a:rPr>
              <a:t>Generated on January 31, 2025</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333"/>
        </a:solidFill>
      </p:bgPr>
    </p:bg>
    <p:spTree>
      <p:nvGrpSpPr>
        <p:cNvPr id="1" name=""/>
        <p:cNvGrpSpPr/>
        <p:nvPr/>
      </p:nvGrpSpPr>
      <p:grpSpPr>
        <a:xfrm>
          <a:off x="0" y="0"/>
          <a:ext cx="0" cy="0"/>
          <a:chOff x="0" y="0"/>
          <a:chExt cx="0" cy="0"/>
        </a:xfrm>
      </p:grpSpPr>
      <p:sp>
        <p:nvSpPr>
          <p:cNvPr id="2" name="Shape 0"/>
          <p:cNvSpPr/>
          <p:nvPr/>
        </p:nvSpPr>
        <p:spPr>
          <a:xfrm>
            <a:off x="640080" y="1028700"/>
            <a:ext cx="7863840" cy="0"/>
          </a:xfrm>
          <a:prstGeom prst="line">
            <a:avLst/>
          </a:prstGeom>
          <a:noFill/>
          <a:ln w="19050">
            <a:solidFill>
              <a:srgbClr val="64B5F6">
                <a:alpha val="60000"/>
              </a:srgbClr>
            </a:solidFill>
            <a:prstDash val="solid"/>
          </a:ln>
        </p:spPr>
      </p:sp>
      <p:pic>
        <p:nvPicPr>
          <p:cNvPr id="3" name="Image 0" descr="./src/assets/Logo1.png">    </p:cNvPr>
          <p:cNvPicPr>
            <a:picLocks noChangeAspect="1"/>
          </p:cNvPicPr>
          <p:nvPr/>
        </p:nvPicPr>
        <p:blipFill>
          <a:blip r:embed="rId1"/>
          <a:srcRect l="0" r="0" t="0" b="0"/>
          <a:stretch/>
        </p:blipFill>
        <p:spPr>
          <a:xfrm>
            <a:off x="91440" y="51435"/>
            <a:ext cx="914400" cy="257175"/>
          </a:xfrm>
          <a:prstGeom prst="rect">
            <a:avLst/>
          </a:prstGeom>
        </p:spPr>
      </p:pic>
      <p:sp>
        <p:nvSpPr>
          <p:cNvPr id="4" name="Text 1"/>
          <p:cNvSpPr/>
          <p:nvPr/>
        </p:nvSpPr>
        <p:spPr>
          <a:xfrm>
            <a:off x="640080" y="514350"/>
            <a:ext cx="7863840" cy="51435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Set 1 - Form Data</a:t>
            </a:r>
            <a:endParaRPr lang="en-US" sz="2800" dirty="0"/>
          </a:p>
        </p:txBody>
      </p:sp>
      <p:sp>
        <p:nvSpPr>
          <p:cNvPr id="5" name="Text 2"/>
          <p:cNvSpPr/>
          <p:nvPr/>
        </p:nvSpPr>
        <p:spPr>
          <a:xfrm>
            <a:off x="457200" y="1285875"/>
            <a:ext cx="8229600" cy="3600450"/>
          </a:xfrm>
          <a:prstGeom prst="rect">
            <a:avLst/>
          </a:prstGeom>
          <a:noFill/>
          <a:ln/>
        </p:spPr>
        <p:txBody>
          <a:bodyPr wrap="square"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Product: N/A
Brand: N/A
Category: N/A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333"/>
        </a:solidFill>
      </p:bgPr>
    </p:bg>
    <p:spTree>
      <p:nvGrpSpPr>
        <p:cNvPr id="1" name=""/>
        <p:cNvGrpSpPr/>
        <p:nvPr/>
      </p:nvGrpSpPr>
      <p:grpSpPr>
        <a:xfrm>
          <a:off x="0" y="0"/>
          <a:ext cx="0" cy="0"/>
          <a:chOff x="0" y="0"/>
          <a:chExt cx="0" cy="0"/>
        </a:xfrm>
      </p:grpSpPr>
      <p:sp>
        <p:nvSpPr>
          <p:cNvPr id="2" name="Shape 0"/>
          <p:cNvSpPr/>
          <p:nvPr/>
        </p:nvSpPr>
        <p:spPr>
          <a:xfrm>
            <a:off x="640080" y="1028700"/>
            <a:ext cx="7863840" cy="0"/>
          </a:xfrm>
          <a:prstGeom prst="line">
            <a:avLst/>
          </a:prstGeom>
          <a:noFill/>
          <a:ln w="19050">
            <a:solidFill>
              <a:srgbClr val="64B5F6">
                <a:alpha val="60000"/>
              </a:srgbClr>
            </a:solidFill>
            <a:prstDash val="solid"/>
          </a:ln>
        </p:spPr>
      </p:sp>
      <p:pic>
        <p:nvPicPr>
          <p:cNvPr id="3" name="Image 0" descr="./src/assets/Logo1.png">    </p:cNvPr>
          <p:cNvPicPr>
            <a:picLocks noChangeAspect="1"/>
          </p:cNvPicPr>
          <p:nvPr/>
        </p:nvPicPr>
        <p:blipFill>
          <a:blip r:embed="rId1"/>
          <a:srcRect l="0" r="0" t="0" b="0"/>
          <a:stretch/>
        </p:blipFill>
        <p:spPr>
          <a:xfrm>
            <a:off x="91440" y="51435"/>
            <a:ext cx="914400" cy="257175"/>
          </a:xfrm>
          <a:prstGeom prst="rect">
            <a:avLst/>
          </a:prstGeom>
        </p:spPr>
      </p:pic>
      <p:sp>
        <p:nvSpPr>
          <p:cNvPr id="4" name="Text 1"/>
          <p:cNvSpPr/>
          <p:nvPr/>
        </p:nvSpPr>
        <p:spPr>
          <a:xfrm>
            <a:off x="640080" y="257175"/>
            <a:ext cx="7863840" cy="771525"/>
          </a:xfrm>
          <a:prstGeom prst="rect">
            <a:avLst/>
          </a:prstGeom>
          <a:noFill/>
          <a:ln/>
        </p:spPr>
        <p:txBody>
          <a:bodyPr wrap="square" rtlCol="0" anchor="ctr"/>
          <a:lstStyle/>
          <a:p>
            <a:pPr algn="l" indent="0" marL="0">
              <a:buNone/>
            </a:pPr>
            <a:r>
              <a:rPr lang="en-US" sz="2732" b="1" dirty="0">
                <a:solidFill>
                  <a:srgbClr val="FFFFFF"/>
                </a:solidFill>
                <a:latin typeface="Arial" pitchFamily="34" charset="0"/>
                <a:ea typeface="Arial" pitchFamily="34" charset="-122"/>
                <a:cs typeface="Arial" pitchFamily="34" charset="-120"/>
              </a:rPr>
              <a:t>Nescafé Classic Chocolate Hazelnut Fusion</a:t>
            </a:r>
            <a:endParaRPr lang="en-US" sz="2732" dirty="0"/>
          </a:p>
        </p:txBody>
      </p:sp>
      <p:sp>
        <p:nvSpPr>
          <p:cNvPr id="5" name="Text 2"/>
          <p:cNvSpPr/>
          <p:nvPr/>
        </p:nvSpPr>
        <p:spPr>
          <a:xfrm>
            <a:off x="5486400" y="257175"/>
            <a:ext cx="3200400" cy="257175"/>
          </a:xfrm>
          <a:prstGeom prst="rect">
            <a:avLst/>
          </a:prstGeom>
          <a:noFill/>
          <a:ln/>
        </p:spPr>
        <p:txBody>
          <a:bodyPr wrap="square" rtlCol="0" anchor="ctr"/>
          <a:lstStyle/>
          <a:p>
            <a:pPr algn="r" indent="0" marL="0">
              <a:buNone/>
            </a:pPr>
            <a:r>
              <a:rPr lang="en-US" sz="1400" dirty="0">
                <a:solidFill>
                  <a:srgbClr val="4CAF50"/>
                </a:solidFill>
                <a:latin typeface="Arial" pitchFamily="34" charset="0"/>
                <a:ea typeface="Arial" pitchFamily="34" charset="-122"/>
                <a:cs typeface="Arial" pitchFamily="34" charset="-120"/>
              </a:rPr>
              <a:t>Set 1-91-Img-1</a:t>
            </a:r>
            <a:endParaRPr lang="en-US" sz="1400" dirty="0"/>
          </a:p>
        </p:txBody>
      </p:sp>
      <p:sp>
        <p:nvSpPr>
          <p:cNvPr id="6" name="Shape 3"/>
          <p:cNvSpPr/>
          <p:nvPr/>
        </p:nvSpPr>
        <p:spPr>
          <a:xfrm>
            <a:off x="457200" y="1183005"/>
            <a:ext cx="4297680" cy="3549015"/>
          </a:xfrm>
          <a:prstGeom prst="rect">
            <a:avLst/>
          </a:prstGeom>
          <a:solidFill>
            <a:srgbClr val="2D5A9E">
              <a:alpha val="15000"/>
            </a:srgbClr>
          </a:solidFill>
          <a:ln w="12700">
            <a:solidFill>
              <a:srgbClr val="64B5F6">
                <a:alpha val="40000"/>
              </a:srgbClr>
            </a:solidFill>
            <a:prstDash val="solid"/>
          </a:ln>
        </p:spPr>
      </p:sp>
      <p:sp>
        <p:nvSpPr>
          <p:cNvPr id="7" name="Text 4"/>
          <p:cNvSpPr/>
          <p:nvPr/>
        </p:nvSpPr>
        <p:spPr>
          <a:xfrm>
            <a:off x="640080" y="1285875"/>
            <a:ext cx="3931920" cy="3343275"/>
          </a:xfrm>
          <a:prstGeom prst="rect">
            <a:avLst/>
          </a:prstGeom>
          <a:noFill/>
          <a:ln/>
        </p:spPr>
        <p:txBody>
          <a:bodyPr wrap="square" rtlCol="0" anchor="ctr"/>
          <a:lstStyle/>
          <a:p>
            <a:pPr algn="l" indent="0" marL="0">
              <a:spcBef>
                <a:spcPts val="600"/>
              </a:spcBef>
              <a:spcAft>
                <a:spcPts val="600"/>
              </a:spcAft>
              <a:buNone/>
            </a:pPr>
            <a:r>
              <a:rPr lang="en-US" sz="1400" dirty="0">
                <a:solidFill>
                  <a:srgbClr val="FFFFFF"/>
                </a:solidFill>
                <a:latin typeface="Arial" pitchFamily="34" charset="0"/>
                <a:ea typeface="Arial" pitchFamily="34" charset="-122"/>
                <a:cs typeface="Arial" pitchFamily="34" charset="-120"/>
              </a:rPr>
              <a:t>Indulge in the irresistible new Nescafé Classic Chocolate Hazelnut Fusion! This instant coffee powder combines the rich aroma and bold flavor of classic Nescafé with the decadent sweetness of chocolate and the nutty warmth of hazelnut.  Each cup delivers a luxurious coffee experience, boosting your energy with a delightful twist. It's the perfect pick-me-up for those who appreciate a richer, more complex coffee flavor profile and a delicious treat for the tastebuds. Experience the unique fusion of classic coffee and irresistible chocolate hazelnut – your new favorite morning ritual awaits!</a:t>
            </a:r>
            <a:endParaRPr lang="en-US" sz="1400" dirty="0"/>
          </a:p>
        </p:txBody>
      </p:sp>
      <p:sp>
        <p:nvSpPr>
          <p:cNvPr id="8" name="Shape 5"/>
          <p:cNvSpPr/>
          <p:nvPr/>
        </p:nvSpPr>
        <p:spPr>
          <a:xfrm>
            <a:off x="5029200" y="1183005"/>
            <a:ext cx="3657600" cy="3549015"/>
          </a:xfrm>
          <a:prstGeom prst="rect">
            <a:avLst/>
          </a:prstGeom>
          <a:solidFill>
            <a:srgbClr val="2D5A9E">
              <a:alpha val="15000"/>
            </a:srgbClr>
          </a:solidFill>
          <a:ln w="19050">
            <a:solidFill>
              <a:srgbClr val="4A90E2"/>
            </a:solidFill>
            <a:prstDash val="solid"/>
          </a:ln>
        </p:spPr>
      </p:sp>
      <p:pic>
        <p:nvPicPr>
          <p:cNvPr id="9" name="Image 1" descr="preencoded.png">    </p:cNvPr>
          <p:cNvPicPr>
            <a:picLocks noChangeAspect="1"/>
          </p:cNvPicPr>
          <p:nvPr/>
        </p:nvPicPr>
        <p:blipFill>
          <a:blip r:embed="rId2"/>
          <a:srcRect l="0" r="0" t="0" b="0"/>
          <a:stretch/>
        </p:blipFill>
        <p:spPr>
          <a:xfrm>
            <a:off x="5212080" y="1285875"/>
            <a:ext cx="3291840" cy="33432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3"/>
        </a:solidFill>
      </p:bgPr>
    </p:bg>
    <p:spTree>
      <p:nvGrpSpPr>
        <p:cNvPr id="1" name=""/>
        <p:cNvGrpSpPr/>
        <p:nvPr/>
      </p:nvGrpSpPr>
      <p:grpSpPr>
        <a:xfrm>
          <a:off x="0" y="0"/>
          <a:ext cx="0" cy="0"/>
          <a:chOff x="0" y="0"/>
          <a:chExt cx="0" cy="0"/>
        </a:xfrm>
      </p:grpSpPr>
      <p:sp>
        <p:nvSpPr>
          <p:cNvPr id="2" name="Shape 0"/>
          <p:cNvSpPr/>
          <p:nvPr/>
        </p:nvSpPr>
        <p:spPr>
          <a:xfrm>
            <a:off x="640080" y="1028700"/>
            <a:ext cx="7863840" cy="0"/>
          </a:xfrm>
          <a:prstGeom prst="line">
            <a:avLst/>
          </a:prstGeom>
          <a:noFill/>
          <a:ln w="19050">
            <a:solidFill>
              <a:srgbClr val="64B5F6">
                <a:alpha val="60000"/>
              </a:srgbClr>
            </a:solidFill>
            <a:prstDash val="solid"/>
          </a:ln>
        </p:spPr>
      </p:sp>
      <p:pic>
        <p:nvPicPr>
          <p:cNvPr id="3" name="Image 0" descr="./src/assets/Logo1.png">    </p:cNvPr>
          <p:cNvPicPr>
            <a:picLocks noChangeAspect="1"/>
          </p:cNvPicPr>
          <p:nvPr/>
        </p:nvPicPr>
        <p:blipFill>
          <a:blip r:embed="rId1"/>
          <a:srcRect l="0" r="0" t="0" b="0"/>
          <a:stretch/>
        </p:blipFill>
        <p:spPr>
          <a:xfrm>
            <a:off x="91440" y="51435"/>
            <a:ext cx="914400" cy="257175"/>
          </a:xfrm>
          <a:prstGeom prst="rect">
            <a:avLst/>
          </a:prstGeom>
        </p:spPr>
      </p:pic>
      <p:sp>
        <p:nvSpPr>
          <p:cNvPr id="4" name="Text 1"/>
          <p:cNvSpPr/>
          <p:nvPr/>
        </p:nvSpPr>
        <p:spPr>
          <a:xfrm>
            <a:off x="640080" y="257175"/>
            <a:ext cx="7863840" cy="51435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Nescafé Classic Chocolate Indulgence</a:t>
            </a:r>
            <a:endParaRPr lang="en-US" sz="2800" dirty="0"/>
          </a:p>
        </p:txBody>
      </p:sp>
      <p:sp>
        <p:nvSpPr>
          <p:cNvPr id="5" name="Text 2"/>
          <p:cNvSpPr/>
          <p:nvPr/>
        </p:nvSpPr>
        <p:spPr>
          <a:xfrm>
            <a:off x="5486400" y="257175"/>
            <a:ext cx="3200400" cy="257175"/>
          </a:xfrm>
          <a:prstGeom prst="rect">
            <a:avLst/>
          </a:prstGeom>
          <a:noFill/>
          <a:ln/>
        </p:spPr>
        <p:txBody>
          <a:bodyPr wrap="square" rtlCol="0" anchor="ctr"/>
          <a:lstStyle/>
          <a:p>
            <a:pPr algn="r" indent="0" marL="0">
              <a:buNone/>
            </a:pPr>
            <a:r>
              <a:rPr lang="en-US" sz="1400" dirty="0">
                <a:solidFill>
                  <a:srgbClr val="4CAF50"/>
                </a:solidFill>
                <a:latin typeface="Arial" pitchFamily="34" charset="0"/>
                <a:ea typeface="Arial" pitchFamily="34" charset="-122"/>
                <a:cs typeface="Arial" pitchFamily="34" charset="-120"/>
              </a:rPr>
              <a:t>Set 1-85-Img-1</a:t>
            </a:r>
            <a:endParaRPr lang="en-US" sz="1400" dirty="0"/>
          </a:p>
        </p:txBody>
      </p:sp>
      <p:sp>
        <p:nvSpPr>
          <p:cNvPr id="6" name="Shape 3"/>
          <p:cNvSpPr/>
          <p:nvPr/>
        </p:nvSpPr>
        <p:spPr>
          <a:xfrm>
            <a:off x="457200" y="1183005"/>
            <a:ext cx="4297680" cy="3549015"/>
          </a:xfrm>
          <a:prstGeom prst="rect">
            <a:avLst/>
          </a:prstGeom>
          <a:solidFill>
            <a:srgbClr val="2D5A9E">
              <a:alpha val="15000"/>
            </a:srgbClr>
          </a:solidFill>
          <a:ln w="12700">
            <a:solidFill>
              <a:srgbClr val="64B5F6">
                <a:alpha val="40000"/>
              </a:srgbClr>
            </a:solidFill>
            <a:prstDash val="solid"/>
          </a:ln>
        </p:spPr>
      </p:sp>
      <p:sp>
        <p:nvSpPr>
          <p:cNvPr id="7" name="Text 4"/>
          <p:cNvSpPr/>
          <p:nvPr/>
        </p:nvSpPr>
        <p:spPr>
          <a:xfrm>
            <a:off x="640080" y="1285875"/>
            <a:ext cx="3931920" cy="3343275"/>
          </a:xfrm>
          <a:prstGeom prst="rect">
            <a:avLst/>
          </a:prstGeom>
          <a:noFill/>
          <a:ln/>
        </p:spPr>
        <p:txBody>
          <a:bodyPr wrap="square" rtlCol="0" anchor="ctr"/>
          <a:lstStyle/>
          <a:p>
            <a:pPr algn="l" indent="0" marL="0">
              <a:spcBef>
                <a:spcPts val="600"/>
              </a:spcBef>
              <a:spcAft>
                <a:spcPts val="600"/>
              </a:spcAft>
              <a:buNone/>
            </a:pPr>
            <a:r>
              <a:rPr lang="en-US" sz="1400" dirty="0">
                <a:solidFill>
                  <a:srgbClr val="FFFFFF"/>
                </a:solidFill>
                <a:latin typeface="Arial" pitchFamily="34" charset="0"/>
                <a:ea typeface="Arial" pitchFamily="34" charset="-122"/>
                <a:cs typeface="Arial" pitchFamily="34" charset="-120"/>
              </a:rPr>
              <a:t>Experience the ultimate in rich coffee indulgence with Nescafé Classic Chocolate Indulgence! This instant coffee powder blends the smooth, classic taste of Nescafé with the delightful sweetness of real chocolate.  Each cup delivers a rich aroma and flavor, creating a decadent treat perfect for a relaxing moment or an energy boost.  Simply add hot water to this premium blend for a velvety smooth, intensely chocolatey coffee experience that's both satisfying and convenient.</a:t>
            </a:r>
            <a:endParaRPr lang="en-US" sz="1400" dirty="0"/>
          </a:p>
        </p:txBody>
      </p:sp>
      <p:sp>
        <p:nvSpPr>
          <p:cNvPr id="8" name="Shape 5"/>
          <p:cNvSpPr/>
          <p:nvPr/>
        </p:nvSpPr>
        <p:spPr>
          <a:xfrm>
            <a:off x="5029200" y="1183005"/>
            <a:ext cx="3657600" cy="3549015"/>
          </a:xfrm>
          <a:prstGeom prst="rect">
            <a:avLst/>
          </a:prstGeom>
          <a:solidFill>
            <a:srgbClr val="2D5A9E">
              <a:alpha val="15000"/>
            </a:srgbClr>
          </a:solidFill>
          <a:ln w="19050">
            <a:solidFill>
              <a:srgbClr val="4A90E2"/>
            </a:solidFill>
            <a:prstDash val="solid"/>
          </a:ln>
        </p:spPr>
      </p:sp>
      <p:pic>
        <p:nvPicPr>
          <p:cNvPr id="9" name="Image 1" descr="preencoded.png">    </p:cNvPr>
          <p:cNvPicPr>
            <a:picLocks noChangeAspect="1"/>
          </p:cNvPicPr>
          <p:nvPr/>
        </p:nvPicPr>
        <p:blipFill>
          <a:blip r:embed="rId2"/>
          <a:srcRect l="0" r="0" t="0" b="0"/>
          <a:stretch/>
        </p:blipFill>
        <p:spPr>
          <a:xfrm>
            <a:off x="5212080" y="1285875"/>
            <a:ext cx="3291840" cy="33432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333"/>
        </a:solidFill>
      </p:bgPr>
    </p:bg>
    <p:spTree>
      <p:nvGrpSpPr>
        <p:cNvPr id="1" name=""/>
        <p:cNvGrpSpPr/>
        <p:nvPr/>
      </p:nvGrpSpPr>
      <p:grpSpPr>
        <a:xfrm>
          <a:off x="0" y="0"/>
          <a:ext cx="0" cy="0"/>
          <a:chOff x="0" y="0"/>
          <a:chExt cx="0" cy="0"/>
        </a:xfrm>
      </p:grpSpPr>
      <p:sp>
        <p:nvSpPr>
          <p:cNvPr id="2" name="Shape 0"/>
          <p:cNvSpPr/>
          <p:nvPr/>
        </p:nvSpPr>
        <p:spPr>
          <a:xfrm>
            <a:off x="640080" y="1028700"/>
            <a:ext cx="7863840" cy="0"/>
          </a:xfrm>
          <a:prstGeom prst="line">
            <a:avLst/>
          </a:prstGeom>
          <a:noFill/>
          <a:ln w="19050">
            <a:solidFill>
              <a:srgbClr val="64B5F6">
                <a:alpha val="60000"/>
              </a:srgbClr>
            </a:solidFill>
            <a:prstDash val="solid"/>
          </a:ln>
        </p:spPr>
      </p:sp>
      <p:pic>
        <p:nvPicPr>
          <p:cNvPr id="3" name="Image 0" descr="./src/assets/Logo1.png">    </p:cNvPr>
          <p:cNvPicPr>
            <a:picLocks noChangeAspect="1"/>
          </p:cNvPicPr>
          <p:nvPr/>
        </p:nvPicPr>
        <p:blipFill>
          <a:blip r:embed="rId1"/>
          <a:srcRect l="0" r="0" t="0" b="0"/>
          <a:stretch/>
        </p:blipFill>
        <p:spPr>
          <a:xfrm>
            <a:off x="91440" y="51435"/>
            <a:ext cx="914400" cy="257175"/>
          </a:xfrm>
          <a:prstGeom prst="rect">
            <a:avLst/>
          </a:prstGeom>
        </p:spPr>
      </p:pic>
      <p:sp>
        <p:nvSpPr>
          <p:cNvPr id="4" name="Text 1"/>
          <p:cNvSpPr/>
          <p:nvPr/>
        </p:nvSpPr>
        <p:spPr>
          <a:xfrm>
            <a:off x="640080" y="257175"/>
            <a:ext cx="7863840" cy="51435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Nescafé Classic Chocolate Mocha Mix</a:t>
            </a:r>
            <a:endParaRPr lang="en-US" sz="2800" dirty="0"/>
          </a:p>
        </p:txBody>
      </p:sp>
      <p:sp>
        <p:nvSpPr>
          <p:cNvPr id="5" name="Text 2"/>
          <p:cNvSpPr/>
          <p:nvPr/>
        </p:nvSpPr>
        <p:spPr>
          <a:xfrm>
            <a:off x="5486400" y="257175"/>
            <a:ext cx="3200400" cy="257175"/>
          </a:xfrm>
          <a:prstGeom prst="rect">
            <a:avLst/>
          </a:prstGeom>
          <a:noFill/>
          <a:ln/>
        </p:spPr>
        <p:txBody>
          <a:bodyPr wrap="square" rtlCol="0" anchor="ctr"/>
          <a:lstStyle/>
          <a:p>
            <a:pPr algn="r" indent="0" marL="0">
              <a:buNone/>
            </a:pPr>
            <a:r>
              <a:rPr lang="en-US" sz="1400" dirty="0">
                <a:solidFill>
                  <a:srgbClr val="4CAF50"/>
                </a:solidFill>
                <a:latin typeface="Arial" pitchFamily="34" charset="0"/>
                <a:ea typeface="Arial" pitchFamily="34" charset="-122"/>
                <a:cs typeface="Arial" pitchFamily="34" charset="-120"/>
              </a:rPr>
              <a:t>Set 1-86-Img-1</a:t>
            </a:r>
            <a:endParaRPr lang="en-US" sz="1400" dirty="0"/>
          </a:p>
        </p:txBody>
      </p:sp>
      <p:sp>
        <p:nvSpPr>
          <p:cNvPr id="6" name="Shape 3"/>
          <p:cNvSpPr/>
          <p:nvPr/>
        </p:nvSpPr>
        <p:spPr>
          <a:xfrm>
            <a:off x="457200" y="1183005"/>
            <a:ext cx="4297680" cy="3549015"/>
          </a:xfrm>
          <a:prstGeom prst="rect">
            <a:avLst/>
          </a:prstGeom>
          <a:solidFill>
            <a:srgbClr val="2D5A9E">
              <a:alpha val="15000"/>
            </a:srgbClr>
          </a:solidFill>
          <a:ln w="12700">
            <a:solidFill>
              <a:srgbClr val="64B5F6">
                <a:alpha val="40000"/>
              </a:srgbClr>
            </a:solidFill>
            <a:prstDash val="solid"/>
          </a:ln>
        </p:spPr>
      </p:sp>
      <p:sp>
        <p:nvSpPr>
          <p:cNvPr id="7" name="Text 4"/>
          <p:cNvSpPr/>
          <p:nvPr/>
        </p:nvSpPr>
        <p:spPr>
          <a:xfrm>
            <a:off x="640080" y="1285875"/>
            <a:ext cx="3931920" cy="3343275"/>
          </a:xfrm>
          <a:prstGeom prst="rect">
            <a:avLst/>
          </a:prstGeom>
          <a:noFill/>
          <a:ln/>
        </p:spPr>
        <p:txBody>
          <a:bodyPr wrap="square" rtlCol="0" anchor="ctr"/>
          <a:lstStyle/>
          <a:p>
            <a:pPr algn="l" indent="0" marL="0">
              <a:spcBef>
                <a:spcPts val="600"/>
              </a:spcBef>
              <a:spcAft>
                <a:spcPts val="600"/>
              </a:spcAft>
              <a:buNone/>
            </a:pPr>
            <a:r>
              <a:rPr lang="en-US" sz="1400" dirty="0">
                <a:solidFill>
                  <a:srgbClr val="FFFFFF"/>
                </a:solidFill>
                <a:latin typeface="Arial" pitchFamily="34" charset="0"/>
                <a:ea typeface="Arial" pitchFamily="34" charset="-122"/>
                <a:cs typeface="Arial" pitchFamily="34" charset="-120"/>
              </a:rPr>
              <a:t>Elevate your morning routine with Nescafé Classic Chocolate Mocha Mix! This unique instant coffee powder combines the aromatic depth of Nescafé Classic with the smooth taste of rich chocolate, offering a delightful mocha experience without the fuss.  It's bursting with rich aroma and flavor, making it an ideal quick and easy way to enjoy a delicious, sophisticated mocha at home or on-the-go. Simply add hot water or milk for a creamy, decadent treat that's perfectly balanced and intensely satisfying.</a:t>
            </a:r>
            <a:endParaRPr lang="en-US" sz="1400" dirty="0"/>
          </a:p>
        </p:txBody>
      </p:sp>
      <p:sp>
        <p:nvSpPr>
          <p:cNvPr id="8" name="Shape 5"/>
          <p:cNvSpPr/>
          <p:nvPr/>
        </p:nvSpPr>
        <p:spPr>
          <a:xfrm>
            <a:off x="5029200" y="1183005"/>
            <a:ext cx="3657600" cy="3549015"/>
          </a:xfrm>
          <a:prstGeom prst="rect">
            <a:avLst/>
          </a:prstGeom>
          <a:solidFill>
            <a:srgbClr val="2D5A9E">
              <a:alpha val="15000"/>
            </a:srgbClr>
          </a:solidFill>
          <a:ln w="19050">
            <a:solidFill>
              <a:srgbClr val="4A90E2"/>
            </a:solidFill>
            <a:prstDash val="solid"/>
          </a:ln>
        </p:spPr>
      </p:sp>
      <p:pic>
        <p:nvPicPr>
          <p:cNvPr id="9" name="Image 1" descr="preencoded.png">    </p:cNvPr>
          <p:cNvPicPr>
            <a:picLocks noChangeAspect="1"/>
          </p:cNvPicPr>
          <p:nvPr/>
        </p:nvPicPr>
        <p:blipFill>
          <a:blip r:embed="rId2"/>
          <a:srcRect l="0" r="0" t="0" b="0"/>
          <a:stretch/>
        </p:blipFill>
        <p:spPr>
          <a:xfrm>
            <a:off x="5212080" y="1285875"/>
            <a:ext cx="3291840" cy="33432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Product Ideas and Versions</dc:subject>
  <dc:creator>Product Idea Generator</dc:creator>
  <cp:lastModifiedBy>Product Idea Generator</cp:lastModifiedBy>
  <cp:revision>1</cp:revision>
  <dcterms:created xsi:type="dcterms:W3CDTF">2025-01-31T16:45:46Z</dcterms:created>
  <dcterms:modified xsi:type="dcterms:W3CDTF">2025-01-31T16:45:46Z</dcterms:modified>
</cp:coreProperties>
</file>