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rc/assets/Logo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2870"/>
            <a:ext cx="91440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00225"/>
            <a:ext cx="82296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Ideas Presentation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743200" y="257175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1, 2025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2025-02-01T15:05:32Z</dcterms:created>
  <dcterms:modified xsi:type="dcterms:W3CDTF">2025-02-01T15:05:32Z</dcterms:modified>
</cp:coreProperties>
</file>